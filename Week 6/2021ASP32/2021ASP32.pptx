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855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13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248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347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766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713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98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28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750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458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48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02C47-4BE0-4015-B35B-90559BC7E34B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B6353-6478-48F7-9FEF-878B7F491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88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>
                <a:latin typeface="Times New Roman" pitchFamily="18" charset="0"/>
                <a:cs typeface="Times New Roman" pitchFamily="18" charset="0"/>
              </a:rPr>
              <a:t>Install process of the node.js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95536" y="1124744"/>
            <a:ext cx="4040188" cy="639762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1. Go to https://nodejs.org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72816"/>
            <a:ext cx="4040188" cy="4353347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644008" y="1124744"/>
            <a:ext cx="4041775" cy="639762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2. Click windows Installer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772816"/>
            <a:ext cx="4098457" cy="4320480"/>
          </a:xfrm>
        </p:spPr>
      </p:pic>
    </p:spTree>
    <p:extLst>
      <p:ext uri="{BB962C8B-B14F-4D97-AF65-F5344CB8AC3E}">
        <p14:creationId xmlns:p14="http://schemas.microsoft.com/office/powerpoint/2010/main" val="2406293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476672"/>
            <a:ext cx="4040188" cy="432048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3. Follow the steps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08720"/>
            <a:ext cx="4040188" cy="504056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908720"/>
            <a:ext cx="4041775" cy="5040560"/>
          </a:xfrm>
        </p:spPr>
      </p:pic>
    </p:spTree>
    <p:extLst>
      <p:ext uri="{BB962C8B-B14F-4D97-AF65-F5344CB8AC3E}">
        <p14:creationId xmlns:p14="http://schemas.microsoft.com/office/powerpoint/2010/main" val="3423879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673"/>
            <a:ext cx="4040188" cy="432047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Other steps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52736"/>
            <a:ext cx="4040188" cy="4896544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1052736"/>
            <a:ext cx="4041775" cy="4896544"/>
          </a:xfrm>
        </p:spPr>
      </p:pic>
    </p:spTree>
    <p:extLst>
      <p:ext uri="{BB962C8B-B14F-4D97-AF65-F5344CB8AC3E}">
        <p14:creationId xmlns:p14="http://schemas.microsoft.com/office/powerpoint/2010/main" val="251679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24744"/>
            <a:ext cx="4040188" cy="4752528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1124744"/>
            <a:ext cx="4041775" cy="4752528"/>
          </a:xfr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95536" y="332656"/>
            <a:ext cx="4040188" cy="639762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Other steps</a:t>
            </a:r>
          </a:p>
        </p:txBody>
      </p:sp>
    </p:spTree>
    <p:extLst>
      <p:ext uri="{BB962C8B-B14F-4D97-AF65-F5344CB8AC3E}">
        <p14:creationId xmlns:p14="http://schemas.microsoft.com/office/powerpoint/2010/main" val="2676886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96752"/>
            <a:ext cx="4040188" cy="4968552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1196752"/>
            <a:ext cx="4041775" cy="4968551"/>
          </a:xfr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67544" y="404664"/>
            <a:ext cx="4040188" cy="639762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Other steps</a:t>
            </a:r>
          </a:p>
        </p:txBody>
      </p:sp>
    </p:spTree>
    <p:extLst>
      <p:ext uri="{BB962C8B-B14F-4D97-AF65-F5344CB8AC3E}">
        <p14:creationId xmlns:p14="http://schemas.microsoft.com/office/powerpoint/2010/main" val="583228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19256" cy="779686"/>
          </a:xfrm>
        </p:spPr>
        <p:txBody>
          <a:bodyPr>
            <a:noAutofit/>
          </a:bodyPr>
          <a:lstStyle/>
          <a:p>
            <a:pPr algn="ctr"/>
            <a:r>
              <a:rPr lang="en-GB" sz="3600" u="sng" dirty="0">
                <a:latin typeface="Times New Roman" pitchFamily="18" charset="0"/>
                <a:cs typeface="Times New Roman" pitchFamily="18" charset="0"/>
              </a:rPr>
              <a:t>After Installation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half" idx="2"/>
          </p:nvPr>
        </p:nvSpPr>
        <p:spPr>
          <a:xfrm>
            <a:off x="457200" y="1196752"/>
            <a:ext cx="2962671" cy="5328592"/>
          </a:xfrm>
        </p:spPr>
        <p:txBody>
          <a:bodyPr>
            <a:no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Open Command prompt and type : </a:t>
            </a:r>
            <a:r>
              <a:rPr lang="en-GB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node –v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Also check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npm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        (type: </a:t>
            </a:r>
            <a:r>
              <a:rPr lang="en-GB" sz="2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GB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–v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Install sass: 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GB" sz="2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GB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install –g sass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Here sass can be used anywhere on our system.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After it finishes, check if sass is installed: 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GB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sass –version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You should see a version number:</a:t>
            </a:r>
          </a:p>
          <a:p>
            <a:r>
              <a:rPr lang="en-GB" sz="2000" dirty="0"/>
              <a:t>     </a:t>
            </a:r>
            <a:r>
              <a:rPr lang="en-GB" sz="2000" dirty="0">
                <a:solidFill>
                  <a:srgbClr val="C00000"/>
                </a:solidFill>
              </a:rPr>
              <a:t>(e.g., 3.9.3)</a:t>
            </a:r>
            <a:endParaRPr lang="en-GB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1124744"/>
            <a:ext cx="5111750" cy="5472608"/>
          </a:xfrm>
        </p:spPr>
      </p:pic>
    </p:spTree>
    <p:extLst>
      <p:ext uri="{BB962C8B-B14F-4D97-AF65-F5344CB8AC3E}">
        <p14:creationId xmlns:p14="http://schemas.microsoft.com/office/powerpoint/2010/main" val="3827697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691680" y="260648"/>
            <a:ext cx="5486400" cy="566738"/>
          </a:xfrm>
        </p:spPr>
        <p:txBody>
          <a:bodyPr>
            <a:noAutofit/>
          </a:bodyPr>
          <a:lstStyle/>
          <a:p>
            <a:r>
              <a:rPr lang="en-GB" sz="3600" b="1" u="sng" dirty="0">
                <a:latin typeface="Times New Roman" pitchFamily="18" charset="0"/>
                <a:cs typeface="Times New Roman" pitchFamily="18" charset="0"/>
              </a:rPr>
              <a:t>Compile a sass file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half" idx="2"/>
          </p:nvPr>
        </p:nvSpPr>
        <p:spPr>
          <a:xfrm>
            <a:off x="467544" y="836712"/>
            <a:ext cx="8280920" cy="2592288"/>
          </a:xfrm>
        </p:spPr>
        <p:txBody>
          <a:bodyPr>
            <a:no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GB" sz="1600" dirty="0"/>
              <a:t>Now you can use sass in your project.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sz="1600" dirty="0"/>
              <a:t>Example: </a:t>
            </a:r>
          </a:p>
          <a:p>
            <a:r>
              <a:rPr lang="en-GB" sz="1600" dirty="0"/>
              <a:t>	If you have a file called </a:t>
            </a:r>
            <a:r>
              <a:rPr lang="en-GB" sz="1800" b="1" i="1" dirty="0" err="1">
                <a:solidFill>
                  <a:srgbClr val="FF0000"/>
                </a:solidFill>
              </a:rPr>
              <a:t>style.scss</a:t>
            </a:r>
            <a:r>
              <a:rPr lang="en-GB" sz="1600" dirty="0"/>
              <a:t>, compile it to CSS like this: </a:t>
            </a:r>
            <a:r>
              <a:rPr lang="en-GB" sz="1600" b="1" i="1" dirty="0">
                <a:solidFill>
                  <a:srgbClr val="FF0000"/>
                </a:solidFill>
              </a:rPr>
              <a:t>sass </a:t>
            </a:r>
            <a:r>
              <a:rPr lang="en-GB" sz="1600" b="1" i="1" dirty="0" err="1">
                <a:solidFill>
                  <a:srgbClr val="FF0000"/>
                </a:solidFill>
              </a:rPr>
              <a:t>style.scss</a:t>
            </a:r>
            <a:r>
              <a:rPr lang="en-GB" sz="1600" b="1" i="1" dirty="0">
                <a:solidFill>
                  <a:srgbClr val="FF0000"/>
                </a:solidFill>
              </a:rPr>
              <a:t> style.css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sz="1600" dirty="0"/>
              <a:t>It will create a new web.css file that browsers can read.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sz="1600" dirty="0"/>
              <a:t>Auto-compile on save </a:t>
            </a:r>
          </a:p>
          <a:p>
            <a:r>
              <a:rPr lang="en-GB" sz="1600" dirty="0"/>
              <a:t>	While developing, you can make Sass watch for changes automatically: </a:t>
            </a:r>
          </a:p>
          <a:p>
            <a:r>
              <a:rPr lang="en-GB" sz="1600" dirty="0"/>
              <a:t>		</a:t>
            </a:r>
            <a:r>
              <a:rPr lang="en-GB" sz="1800" b="1" i="1" dirty="0">
                <a:solidFill>
                  <a:srgbClr val="FF0000"/>
                </a:solidFill>
              </a:rPr>
              <a:t>sass --watch </a:t>
            </a:r>
            <a:r>
              <a:rPr lang="en-GB" sz="1800" b="1" i="1" dirty="0" err="1">
                <a:solidFill>
                  <a:srgbClr val="FF0000"/>
                </a:solidFill>
              </a:rPr>
              <a:t>style.scss</a:t>
            </a:r>
            <a:r>
              <a:rPr lang="en-GB" sz="1800" b="1" i="1" dirty="0">
                <a:solidFill>
                  <a:srgbClr val="FF0000"/>
                </a:solidFill>
              </a:rPr>
              <a:t>: style.css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sz="1600" dirty="0"/>
              <a:t>Now every time you save </a:t>
            </a:r>
            <a:r>
              <a:rPr lang="en-GB" sz="1800" b="1" i="1">
                <a:solidFill>
                  <a:srgbClr val="FF0000"/>
                </a:solidFill>
              </a:rPr>
              <a:t>style.</a:t>
            </a:r>
            <a:r>
              <a:rPr lang="en-GB" sz="1800" b="1" i="1" dirty="0" err="1">
                <a:solidFill>
                  <a:srgbClr val="FF0000"/>
                </a:solidFill>
              </a:rPr>
              <a:t>scss</a:t>
            </a:r>
            <a:r>
              <a:rPr lang="en-GB" sz="1600" dirty="0"/>
              <a:t>, the CSS updates automatically.</a:t>
            </a:r>
          </a:p>
        </p:txBody>
      </p:sp>
      <p:pic>
        <p:nvPicPr>
          <p:cNvPr id="15" name="Picture Placeholder 1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43" b="14043"/>
          <a:stretch>
            <a:fillRect/>
          </a:stretch>
        </p:blipFill>
        <p:spPr>
          <a:xfrm>
            <a:off x="449263" y="3501008"/>
            <a:ext cx="8370887" cy="3096642"/>
          </a:xfrm>
        </p:spPr>
      </p:pic>
    </p:spTree>
    <p:extLst>
      <p:ext uri="{BB962C8B-B14F-4D97-AF65-F5344CB8AC3E}">
        <p14:creationId xmlns:p14="http://schemas.microsoft.com/office/powerpoint/2010/main" val="3398823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198</Words>
  <Application>Microsoft Office PowerPoint</Application>
  <PresentationFormat>On-screen Show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Install process of the node.js</vt:lpstr>
      <vt:lpstr>PowerPoint Presentation</vt:lpstr>
      <vt:lpstr>PowerPoint Presentation</vt:lpstr>
      <vt:lpstr>PowerPoint Presentation</vt:lpstr>
      <vt:lpstr>PowerPoint Presentation</vt:lpstr>
      <vt:lpstr>After Installation </vt:lpstr>
      <vt:lpstr>Compile a sass file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 process of the node.js</dc:title>
  <dc:creator>Mithursan</dc:creator>
  <cp:lastModifiedBy>SATHUSHA SATHU</cp:lastModifiedBy>
  <cp:revision>6</cp:revision>
  <dcterms:created xsi:type="dcterms:W3CDTF">2025-09-25T15:32:31Z</dcterms:created>
  <dcterms:modified xsi:type="dcterms:W3CDTF">2025-09-26T05:02:57Z</dcterms:modified>
</cp:coreProperties>
</file>